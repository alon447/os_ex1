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09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he Sulamy" userId="efdd22ad-b142-4860-a951-f2a3f5dd8e83" providerId="ADAL" clId="{5D41AFD6-9535-40FC-959A-D461B71594ED}"/>
    <pc:docChg chg="undo custSel modSld">
      <pc:chgData name="Moshe Sulamy" userId="efdd22ad-b142-4860-a951-f2a3f5dd8e83" providerId="ADAL" clId="{5D41AFD6-9535-40FC-959A-D461B71594ED}" dt="2025-11-13T14:39:25.819" v="39" actId="20577"/>
      <pc:docMkLst>
        <pc:docMk/>
      </pc:docMkLst>
      <pc:sldChg chg="modSp mod">
        <pc:chgData name="Moshe Sulamy" userId="efdd22ad-b142-4860-a951-f2a3f5dd8e83" providerId="ADAL" clId="{5D41AFD6-9535-40FC-959A-D461B71594ED}" dt="2025-11-13T14:39:25.819" v="39" actId="20577"/>
        <pc:sldMkLst>
          <pc:docMk/>
          <pc:sldMk cId="527693594" sldId="256"/>
        </pc:sldMkLst>
        <pc:spChg chg="mod">
          <ac:chgData name="Moshe Sulamy" userId="efdd22ad-b142-4860-a951-f2a3f5dd8e83" providerId="ADAL" clId="{5D41AFD6-9535-40FC-959A-D461B71594ED}" dt="2025-11-13T14:39:23.152" v="33" actId="20577"/>
          <ac:spMkLst>
            <pc:docMk/>
            <pc:sldMk cId="527693594" sldId="256"/>
            <ac:spMk id="2" creationId="{0D21D9DE-AD63-CD43-FBFD-F0969826C86A}"/>
          </ac:spMkLst>
        </pc:spChg>
        <pc:spChg chg="mod">
          <ac:chgData name="Moshe Sulamy" userId="efdd22ad-b142-4860-a951-f2a3f5dd8e83" providerId="ADAL" clId="{5D41AFD6-9535-40FC-959A-D461B71594ED}" dt="2025-11-13T14:39:25.819" v="39" actId="20577"/>
          <ac:spMkLst>
            <pc:docMk/>
            <pc:sldMk cId="527693594" sldId="256"/>
            <ac:spMk id="5" creationId="{35FFA805-4151-35DB-9DE9-B260B6A2DE3E}"/>
          </ac:spMkLst>
        </pc:spChg>
        <pc:spChg chg="mod">
          <ac:chgData name="Moshe Sulamy" userId="efdd22ad-b142-4860-a951-f2a3f5dd8e83" providerId="ADAL" clId="{5D41AFD6-9535-40FC-959A-D461B71594ED}" dt="2025-11-13T14:39:22.960" v="32" actId="20577"/>
          <ac:spMkLst>
            <pc:docMk/>
            <pc:sldMk cId="527693594" sldId="256"/>
            <ac:spMk id="9" creationId="{1223CFBD-4F15-E6E0-4244-B98BEE02E7B7}"/>
          </ac:spMkLst>
        </pc:spChg>
        <pc:spChg chg="mod">
          <ac:chgData name="Moshe Sulamy" userId="efdd22ad-b142-4860-a951-f2a3f5dd8e83" providerId="ADAL" clId="{5D41AFD6-9535-40FC-959A-D461B71594ED}" dt="2025-11-13T14:39:25.368" v="38" actId="20577"/>
          <ac:spMkLst>
            <pc:docMk/>
            <pc:sldMk cId="527693594" sldId="256"/>
            <ac:spMk id="12" creationId="{26B99842-EA93-EEC4-638E-2090075164F7}"/>
          </ac:spMkLst>
        </pc:spChg>
        <pc:spChg chg="mod">
          <ac:chgData name="Moshe Sulamy" userId="efdd22ad-b142-4860-a951-f2a3f5dd8e83" providerId="ADAL" clId="{5D41AFD6-9535-40FC-959A-D461B71594ED}" dt="2025-11-13T14:39:22.733" v="31" actId="20577"/>
          <ac:spMkLst>
            <pc:docMk/>
            <pc:sldMk cId="527693594" sldId="256"/>
            <ac:spMk id="15" creationId="{ED536759-C18F-CD3E-0BDA-1EE448C9EBBC}"/>
          </ac:spMkLst>
        </pc:spChg>
        <pc:spChg chg="mod">
          <ac:chgData name="Moshe Sulamy" userId="efdd22ad-b142-4860-a951-f2a3f5dd8e83" providerId="ADAL" clId="{5D41AFD6-9535-40FC-959A-D461B71594ED}" dt="2025-11-13T14:39:22.293" v="29" actId="20577"/>
          <ac:spMkLst>
            <pc:docMk/>
            <pc:sldMk cId="527693594" sldId="256"/>
            <ac:spMk id="16" creationId="{FABB1A36-3E4B-D2D1-A562-6E79E178427D}"/>
          </ac:spMkLst>
        </pc:spChg>
        <pc:spChg chg="mod">
          <ac:chgData name="Moshe Sulamy" userId="efdd22ad-b142-4860-a951-f2a3f5dd8e83" providerId="ADAL" clId="{5D41AFD6-9535-40FC-959A-D461B71594ED}" dt="2025-11-13T14:39:22.517" v="30" actId="20577"/>
          <ac:spMkLst>
            <pc:docMk/>
            <pc:sldMk cId="527693594" sldId="256"/>
            <ac:spMk id="22" creationId="{083AD96D-2DAA-857C-F4FB-793654548D47}"/>
          </ac:spMkLst>
        </pc:spChg>
        <pc:spChg chg="mod">
          <ac:chgData name="Moshe Sulamy" userId="efdd22ad-b142-4860-a951-f2a3f5dd8e83" providerId="ADAL" clId="{5D41AFD6-9535-40FC-959A-D461B71594ED}" dt="2025-11-13T14:39:23.409" v="34" actId="20577"/>
          <ac:spMkLst>
            <pc:docMk/>
            <pc:sldMk cId="527693594" sldId="256"/>
            <ac:spMk id="36" creationId="{E5DD055E-02FF-3A5C-8548-97A967436D72}"/>
          </ac:spMkLst>
        </pc:spChg>
        <pc:spChg chg="mod">
          <ac:chgData name="Moshe Sulamy" userId="efdd22ad-b142-4860-a951-f2a3f5dd8e83" providerId="ADAL" clId="{5D41AFD6-9535-40FC-959A-D461B71594ED}" dt="2025-11-13T14:39:25.015" v="37" actId="20577"/>
          <ac:spMkLst>
            <pc:docMk/>
            <pc:sldMk cId="527693594" sldId="256"/>
            <ac:spMk id="37" creationId="{DEA682ED-5136-7A17-CE50-CD07FCC6CDC6}"/>
          </ac:spMkLst>
        </pc:spChg>
        <pc:spChg chg="mod">
          <ac:chgData name="Moshe Sulamy" userId="efdd22ad-b142-4860-a951-f2a3f5dd8e83" providerId="ADAL" clId="{5D41AFD6-9535-40FC-959A-D461B71594ED}" dt="2025-11-13T14:39:24.687" v="36" actId="20577"/>
          <ac:spMkLst>
            <pc:docMk/>
            <pc:sldMk cId="527693594" sldId="256"/>
            <ac:spMk id="38" creationId="{7CD302B8-3EB9-FFA5-6678-C1EA82E7FDB5}"/>
          </ac:spMkLst>
        </pc:spChg>
        <pc:spChg chg="mod">
          <ac:chgData name="Moshe Sulamy" userId="efdd22ad-b142-4860-a951-f2a3f5dd8e83" providerId="ADAL" clId="{5D41AFD6-9535-40FC-959A-D461B71594ED}" dt="2025-11-13T14:39:24.158" v="35" actId="20577"/>
          <ac:spMkLst>
            <pc:docMk/>
            <pc:sldMk cId="527693594" sldId="256"/>
            <ac:spMk id="39" creationId="{3A6A3EEE-1BAD-AB76-D987-4CDC25D67E4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748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042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678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307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379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813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7064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278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189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1600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33897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E91846-88E8-4143-BF75-748DC6B48C9D}" type="datetimeFigureOut">
              <a:rPr lang="en-IL" smtClean="0"/>
              <a:t>13/11/2025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23CED-3DBD-40C3-821F-1B639AEA3F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3220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8468EA1-2FA6-D7F3-5003-8D53982D3919}"/>
              </a:ext>
            </a:extLst>
          </p:cNvPr>
          <p:cNvGrpSpPr/>
          <p:nvPr/>
        </p:nvGrpSpPr>
        <p:grpSpPr>
          <a:xfrm>
            <a:off x="3465845" y="247650"/>
            <a:ext cx="554960" cy="406400"/>
            <a:chOff x="2551445" y="184150"/>
            <a:chExt cx="554960" cy="406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87536C8-0331-C865-ED4E-69695403E6AB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FFA805-4151-35DB-9DE9-B260B6A2DE3E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  <a:endParaRPr lang="en-IL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71E737A-6EC6-D3DE-97D1-E520D2F3F82E}"/>
              </a:ext>
            </a:extLst>
          </p:cNvPr>
          <p:cNvGrpSpPr/>
          <p:nvPr/>
        </p:nvGrpSpPr>
        <p:grpSpPr>
          <a:xfrm>
            <a:off x="2952750" y="1003300"/>
            <a:ext cx="554960" cy="406400"/>
            <a:chOff x="2551445" y="184150"/>
            <a:chExt cx="554960" cy="406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F49077F-F43A-AD5B-48E6-A56AE3992D88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23CFBD-4F15-E6E0-4244-B98BEE02E7B7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  <a:endParaRPr lang="en-IL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F7D256-FEA9-0E7D-F9A4-7682D8038F1A}"/>
              </a:ext>
            </a:extLst>
          </p:cNvPr>
          <p:cNvGrpSpPr/>
          <p:nvPr/>
        </p:nvGrpSpPr>
        <p:grpSpPr>
          <a:xfrm>
            <a:off x="3938332" y="1003300"/>
            <a:ext cx="554960" cy="406400"/>
            <a:chOff x="2551445" y="184150"/>
            <a:chExt cx="554960" cy="4064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D9C60AB-C7F7-F5EF-07E6-90FD2AD162B9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6B99842-EA93-EEC4-638E-2090075164F7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102</a:t>
              </a:r>
              <a:endParaRPr lang="en-IL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FA25510-D3E2-1D4A-DAD5-AEFCFC4B886F}"/>
              </a:ext>
            </a:extLst>
          </p:cNvPr>
          <p:cNvGrpSpPr/>
          <p:nvPr/>
        </p:nvGrpSpPr>
        <p:grpSpPr>
          <a:xfrm>
            <a:off x="3938332" y="1851789"/>
            <a:ext cx="554960" cy="406400"/>
            <a:chOff x="2551445" y="184150"/>
            <a:chExt cx="554960" cy="4064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044DFFB-9583-4DAE-B93C-A68CB45FA313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D536759-C18F-CD3E-0BDA-1EE448C9EBBC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103</a:t>
              </a:r>
              <a:endParaRPr lang="en-IL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ABB1A36-3E4B-D2D1-A562-6E79E178427D}"/>
              </a:ext>
            </a:extLst>
          </p:cNvPr>
          <p:cNvSpPr txBox="1"/>
          <p:nvPr/>
        </p:nvSpPr>
        <p:spPr>
          <a:xfrm>
            <a:off x="4749800" y="3568700"/>
            <a:ext cx="3590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/>
              <a:t>פלט:</a:t>
            </a:r>
          </a:p>
          <a:p>
            <a:r>
              <a:rPr lang="en-US" dirty="0"/>
              <a:t>[100]	r1: TRUE</a:t>
            </a:r>
          </a:p>
          <a:p>
            <a:r>
              <a:rPr lang="en-US" dirty="0"/>
              <a:t>[101]	r1: TRUE</a:t>
            </a:r>
          </a:p>
          <a:p>
            <a:r>
              <a:rPr lang="en-US" b="1" dirty="0"/>
              <a:t>[102]	r1: FALSE</a:t>
            </a:r>
          </a:p>
          <a:p>
            <a:r>
              <a:rPr lang="en-US" dirty="0"/>
              <a:t>[102]	r2: FALSE</a:t>
            </a:r>
          </a:p>
          <a:p>
            <a:r>
              <a:rPr lang="en-US" dirty="0"/>
              <a:t>[103]	r2: TRUE</a:t>
            </a:r>
          </a:p>
          <a:p>
            <a:r>
              <a:rPr lang="en-US" dirty="0"/>
              <a:t>[104]	r2: FALSE</a:t>
            </a:r>
            <a:endParaRPr lang="en-IL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26127D3-BCC0-9113-0D69-708CE2EE7187}"/>
              </a:ext>
            </a:extLst>
          </p:cNvPr>
          <p:cNvGrpSpPr/>
          <p:nvPr/>
        </p:nvGrpSpPr>
        <p:grpSpPr>
          <a:xfrm>
            <a:off x="3928219" y="2636143"/>
            <a:ext cx="554960" cy="406400"/>
            <a:chOff x="2551445" y="184150"/>
            <a:chExt cx="554960" cy="406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E16B86A-2A32-3E56-1671-83CA2D2E6485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83AD96D-2DAA-857C-F4FB-793654548D47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104</a:t>
              </a:r>
              <a:endParaRPr lang="en-IL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2A2021A-9D40-4EF4-FBFB-005418980BFE}"/>
              </a:ext>
            </a:extLst>
          </p:cNvPr>
          <p:cNvCxnSpPr>
            <a:stCxn id="4" idx="4"/>
            <a:endCxn id="8" idx="0"/>
          </p:cNvCxnSpPr>
          <p:nvPr/>
        </p:nvCxnSpPr>
        <p:spPr>
          <a:xfrm flipH="1">
            <a:off x="3230230" y="654050"/>
            <a:ext cx="513095" cy="349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62B0323-5D5E-16BF-3A17-F9019E4A7015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>
            <a:off x="3743325" y="654050"/>
            <a:ext cx="472487" cy="367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43AC2E5-FB76-3AC2-9624-46D37A99CCBE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4215812" y="1391166"/>
            <a:ext cx="0" cy="4791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4895169-0FDD-19B7-E3CB-F6C06C487383}"/>
              </a:ext>
            </a:extLst>
          </p:cNvPr>
          <p:cNvCxnSpPr>
            <a:cxnSpLocks/>
            <a:stCxn id="14" idx="4"/>
            <a:endCxn id="22" idx="0"/>
          </p:cNvCxnSpPr>
          <p:nvPr/>
        </p:nvCxnSpPr>
        <p:spPr>
          <a:xfrm flipH="1">
            <a:off x="4205699" y="2258189"/>
            <a:ext cx="10113" cy="396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A3CF3F5-9EB8-BD61-37C5-473D84531581}"/>
              </a:ext>
            </a:extLst>
          </p:cNvPr>
          <p:cNvSpPr/>
          <p:nvPr/>
        </p:nvSpPr>
        <p:spPr>
          <a:xfrm>
            <a:off x="2887995" y="278626"/>
            <a:ext cx="55496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תהליך ראשי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5DD055E-02FF-3A5C-8548-97A967436D72}"/>
              </a:ext>
            </a:extLst>
          </p:cNvPr>
          <p:cNvSpPr/>
          <p:nvPr/>
        </p:nvSpPr>
        <p:spPr>
          <a:xfrm>
            <a:off x="2127250" y="1060450"/>
            <a:ext cx="82550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בן ראשון בהכרח 101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EA682ED-5136-7A17-CE50-CD07FCC6CDC6}"/>
              </a:ext>
            </a:extLst>
          </p:cNvPr>
          <p:cNvSpPr/>
          <p:nvPr/>
        </p:nvSpPr>
        <p:spPr>
          <a:xfrm>
            <a:off x="4493292" y="1060450"/>
            <a:ext cx="82550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בן שני</a:t>
            </a:r>
          </a:p>
          <a:p>
            <a:pPr algn="ctr"/>
            <a:r>
              <a:rPr lang="he-IL" sz="1000" dirty="0">
                <a:solidFill>
                  <a:srgbClr val="00B050"/>
                </a:solidFill>
              </a:rPr>
              <a:t>בהכרח 102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CD302B8-3EB9-FFA5-6678-C1EA82E7FDB5}"/>
              </a:ext>
            </a:extLst>
          </p:cNvPr>
          <p:cNvSpPr/>
          <p:nvPr/>
        </p:nvSpPr>
        <p:spPr>
          <a:xfrm>
            <a:off x="4488197" y="1941701"/>
            <a:ext cx="825500" cy="20663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בהכרח 103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A6A3EEE-1BAD-AB76-D987-4CDC25D67E44}"/>
              </a:ext>
            </a:extLst>
          </p:cNvPr>
          <p:cNvSpPr/>
          <p:nvPr/>
        </p:nvSpPr>
        <p:spPr>
          <a:xfrm>
            <a:off x="4483179" y="2724290"/>
            <a:ext cx="1062370" cy="219905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בהכרח 104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378B99E-100D-E295-B463-0465C5797F49}"/>
              </a:ext>
            </a:extLst>
          </p:cNvPr>
          <p:cNvSpPr/>
          <p:nvPr/>
        </p:nvSpPr>
        <p:spPr>
          <a:xfrm>
            <a:off x="4629150" y="3429000"/>
            <a:ext cx="946150" cy="45771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מזהה התהליך</a:t>
            </a:r>
          </a:p>
          <a:p>
            <a:pPr algn="ctr" rtl="1"/>
            <a:r>
              <a:rPr lang="he-IL" sz="1000" dirty="0">
                <a:solidFill>
                  <a:srgbClr val="00B050"/>
                </a:solidFill>
              </a:rPr>
              <a:t>[</a:t>
            </a:r>
            <a:r>
              <a:rPr lang="en-US" sz="1000" dirty="0">
                <a:solidFill>
                  <a:srgbClr val="00B050"/>
                </a:solidFill>
              </a:rPr>
              <a:t>X</a:t>
            </a:r>
            <a:r>
              <a:rPr lang="he-IL" sz="1000" dirty="0">
                <a:solidFill>
                  <a:srgbClr val="00B050"/>
                </a:solidFill>
              </a:rPr>
              <a:t>] לא חלק מהפלט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53216CD-62ED-4408-062E-272E645C0EC7}"/>
              </a:ext>
            </a:extLst>
          </p:cNvPr>
          <p:cNvSpPr/>
          <p:nvPr/>
        </p:nvSpPr>
        <p:spPr>
          <a:xfrm>
            <a:off x="2640045" y="3942994"/>
            <a:ext cx="194310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ההדפסה המודגשת חייבת להופיע </a:t>
            </a:r>
            <a:r>
              <a:rPr lang="he-IL" sz="1000" b="1" dirty="0">
                <a:solidFill>
                  <a:srgbClr val="00B050"/>
                </a:solidFill>
              </a:rPr>
              <a:t>לפני</a:t>
            </a:r>
            <a:r>
              <a:rPr lang="he-IL" sz="1000" dirty="0">
                <a:solidFill>
                  <a:srgbClr val="00B050"/>
                </a:solidFill>
              </a:rPr>
              <a:t> ההדפסות שאחריה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7B6D482-C33D-9FC0-9E33-F960099EF85F}"/>
              </a:ext>
            </a:extLst>
          </p:cNvPr>
          <p:cNvSpPr/>
          <p:nvPr/>
        </p:nvSpPr>
        <p:spPr>
          <a:xfrm>
            <a:off x="2628900" y="4891990"/>
            <a:ext cx="1943100" cy="556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מעבר לתנאי זה, כל סדר הדפסות אפשרי (כל עוד כל שורות הפלט מופיעות בדיוק פעם אחת)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FC5E4A-97D2-5CA2-0F1F-DF0380C3655F}"/>
              </a:ext>
            </a:extLst>
          </p:cNvPr>
          <p:cNvSpPr txBox="1"/>
          <p:nvPr/>
        </p:nvSpPr>
        <p:spPr>
          <a:xfrm>
            <a:off x="7902097" y="278626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סעיף 1</a:t>
            </a:r>
            <a:endParaRPr lang="en-IL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21D9DE-AD63-CD43-FBFD-F0969826C86A}"/>
              </a:ext>
            </a:extLst>
          </p:cNvPr>
          <p:cNvSpPr/>
          <p:nvPr/>
        </p:nvSpPr>
        <p:spPr>
          <a:xfrm>
            <a:off x="2594041" y="4353818"/>
            <a:ext cx="2035109" cy="45329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הדפסות של </a:t>
            </a:r>
            <a:r>
              <a:rPr lang="he-IL" sz="1000" b="1" dirty="0">
                <a:solidFill>
                  <a:srgbClr val="00B050"/>
                </a:solidFill>
              </a:rPr>
              <a:t>אותו תהליך </a:t>
            </a:r>
            <a:r>
              <a:rPr lang="he-IL" sz="1000" dirty="0">
                <a:solidFill>
                  <a:srgbClr val="00B050"/>
                </a:solidFill>
              </a:rPr>
              <a:t>(102) חייבות להופיע בדיוק לפי הסדר המתואר פה</a:t>
            </a:r>
            <a:endParaRPr lang="en-IL" sz="1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693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8EA1C-0EB6-AE85-813E-8E8A7A30E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6C60BFC-D7BF-B4A0-2C7B-352C9E720CA8}"/>
              </a:ext>
            </a:extLst>
          </p:cNvPr>
          <p:cNvGrpSpPr/>
          <p:nvPr/>
        </p:nvGrpSpPr>
        <p:grpSpPr>
          <a:xfrm>
            <a:off x="3465845" y="247650"/>
            <a:ext cx="554960" cy="406400"/>
            <a:chOff x="2551445" y="184150"/>
            <a:chExt cx="554960" cy="4064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72C1E36-FC03-AAD9-5106-DEAFC7C92DB4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02E29D-98DE-715E-92D3-8F5792F91CFE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</a:t>
              </a:r>
              <a:endParaRPr lang="en-IL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4176AF7-1437-2719-3F79-B1ED3F7C0DD1}"/>
              </a:ext>
            </a:extLst>
          </p:cNvPr>
          <p:cNvGrpSpPr/>
          <p:nvPr/>
        </p:nvGrpSpPr>
        <p:grpSpPr>
          <a:xfrm>
            <a:off x="2166073" y="996434"/>
            <a:ext cx="554960" cy="406400"/>
            <a:chOff x="2551445" y="184150"/>
            <a:chExt cx="554960" cy="4064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212DB4F-91DA-4FAE-B284-6E6BB7176D8E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403107-F2BC-D643-2D62-2CF8CE98B784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201</a:t>
              </a:r>
              <a:endParaRPr lang="en-IL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864EA3-9237-3C06-21DF-01C71EC42F0C}"/>
              </a:ext>
            </a:extLst>
          </p:cNvPr>
          <p:cNvGrpSpPr/>
          <p:nvPr/>
        </p:nvGrpSpPr>
        <p:grpSpPr>
          <a:xfrm>
            <a:off x="3460353" y="1116764"/>
            <a:ext cx="554960" cy="406400"/>
            <a:chOff x="2551445" y="184150"/>
            <a:chExt cx="554960" cy="40640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407BA30-E51A-97F8-11C1-44814CAC0B84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40FFFE-5A0C-A89E-999E-825862903786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202</a:t>
              </a:r>
              <a:endParaRPr lang="en-IL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071E39-A18C-5DF6-2866-9773DD79930B}"/>
              </a:ext>
            </a:extLst>
          </p:cNvPr>
          <p:cNvGrpSpPr/>
          <p:nvPr/>
        </p:nvGrpSpPr>
        <p:grpSpPr>
          <a:xfrm>
            <a:off x="1675868" y="1879084"/>
            <a:ext cx="554960" cy="406400"/>
            <a:chOff x="2551445" y="184150"/>
            <a:chExt cx="554960" cy="4064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D6B39B-2B79-FA44-37C8-D96F67370845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1D0F6B0-3EA4-E3E1-4082-8EA60C97305A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203</a:t>
              </a:r>
              <a:endParaRPr lang="en-IL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D2F73956-65B2-28D4-C84E-C0CF18A6D626}"/>
              </a:ext>
            </a:extLst>
          </p:cNvPr>
          <p:cNvSpPr txBox="1"/>
          <p:nvPr/>
        </p:nvSpPr>
        <p:spPr>
          <a:xfrm>
            <a:off x="6220164" y="3168283"/>
            <a:ext cx="2984712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sz="1600" dirty="0"/>
              <a:t>פלט:</a:t>
            </a:r>
          </a:p>
          <a:p>
            <a:r>
              <a:rPr lang="en-US" sz="1100" b="1" dirty="0">
                <a:solidFill>
                  <a:srgbClr val="00B0F0"/>
                </a:solidFill>
              </a:rPr>
              <a:t>[200]		r1: TRUE</a:t>
            </a:r>
            <a:endParaRPr lang="he-IL" sz="1100" b="1" dirty="0">
              <a:solidFill>
                <a:srgbClr val="00B0F0"/>
              </a:solidFill>
            </a:endParaRPr>
          </a:p>
          <a:p>
            <a:r>
              <a:rPr lang="en-US" sz="1100" b="1" dirty="0">
                <a:solidFill>
                  <a:srgbClr val="00B050"/>
                </a:solidFill>
              </a:rPr>
              <a:t>[201]		r1: TRUE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[202]		r1: FALSE</a:t>
            </a:r>
          </a:p>
          <a:p>
            <a:r>
              <a:rPr lang="en-US" sz="1100" dirty="0">
                <a:solidFill>
                  <a:srgbClr val="00B050"/>
                </a:solidFill>
              </a:rPr>
              <a:t>[201]		r2: FALSE</a:t>
            </a:r>
            <a:endParaRPr lang="he-IL" sz="1100" dirty="0">
              <a:solidFill>
                <a:srgbClr val="00B050"/>
              </a:solidFill>
            </a:endParaRPr>
          </a:p>
          <a:p>
            <a:r>
              <a:rPr lang="en-US" sz="1100" dirty="0">
                <a:solidFill>
                  <a:srgbClr val="00B050"/>
                </a:solidFill>
              </a:rPr>
              <a:t>[201]		END</a:t>
            </a:r>
          </a:p>
          <a:p>
            <a:r>
              <a:rPr lang="en-US" sz="1100" dirty="0">
                <a:solidFill>
                  <a:srgbClr val="FF0000"/>
                </a:solidFill>
              </a:rPr>
              <a:t>[202]		r2: FALSE</a:t>
            </a:r>
          </a:p>
          <a:p>
            <a:r>
              <a:rPr lang="en-US" sz="1100" u="sng" dirty="0">
                <a:solidFill>
                  <a:srgbClr val="00B0F0"/>
                </a:solidFill>
              </a:rPr>
              <a:t>[200]		r2: FALSE</a:t>
            </a:r>
            <a:endParaRPr lang="he-IL" sz="1100" dirty="0">
              <a:solidFill>
                <a:srgbClr val="00B050"/>
              </a:solidFill>
            </a:endParaRPr>
          </a:p>
          <a:p>
            <a:r>
              <a:rPr lang="en-US" sz="1100" dirty="0">
                <a:solidFill>
                  <a:srgbClr val="00B0F0"/>
                </a:solidFill>
              </a:rPr>
              <a:t>[200]		END</a:t>
            </a:r>
            <a:endParaRPr lang="en-US" sz="1100" dirty="0">
              <a:solidFill>
                <a:srgbClr val="00B050"/>
              </a:solidFill>
            </a:endParaRPr>
          </a:p>
          <a:p>
            <a:r>
              <a:rPr lang="en-US" sz="1100" dirty="0">
                <a:solidFill>
                  <a:srgbClr val="00B050"/>
                </a:solidFill>
              </a:rPr>
              <a:t>[203]		r2: TRUE</a:t>
            </a:r>
          </a:p>
          <a:p>
            <a:r>
              <a:rPr lang="en-US" sz="1100" dirty="0">
                <a:solidFill>
                  <a:srgbClr val="00B050"/>
                </a:solidFill>
              </a:rPr>
              <a:t>[204]		r2: FALSE</a:t>
            </a:r>
          </a:p>
          <a:p>
            <a:r>
              <a:rPr lang="en-US" sz="1100" dirty="0">
                <a:solidFill>
                  <a:srgbClr val="00B050"/>
                </a:solidFill>
              </a:rPr>
              <a:t>[204]		END</a:t>
            </a:r>
          </a:p>
          <a:p>
            <a:r>
              <a:rPr lang="en-US" sz="1100" dirty="0">
                <a:solidFill>
                  <a:srgbClr val="FF0000"/>
                </a:solidFill>
              </a:rPr>
              <a:t>[207]		r2: TRUE</a:t>
            </a:r>
          </a:p>
          <a:p>
            <a:r>
              <a:rPr lang="en-US" sz="1100" dirty="0">
                <a:solidFill>
                  <a:srgbClr val="FF0000"/>
                </a:solidFill>
              </a:rPr>
              <a:t>[207]		END</a:t>
            </a:r>
          </a:p>
          <a:p>
            <a:r>
              <a:rPr lang="en-US" sz="1100" dirty="0">
                <a:solidFill>
                  <a:srgbClr val="FF0000"/>
                </a:solidFill>
              </a:rPr>
              <a:t>[208]		r2: FALSE</a:t>
            </a:r>
          </a:p>
          <a:p>
            <a:r>
              <a:rPr lang="en-US" sz="1100" dirty="0">
                <a:solidFill>
                  <a:srgbClr val="00B0F0"/>
                </a:solidFill>
              </a:rPr>
              <a:t>[205]		r2: TRUE</a:t>
            </a:r>
          </a:p>
          <a:p>
            <a:r>
              <a:rPr lang="en-US" sz="1100" dirty="0">
                <a:solidFill>
                  <a:srgbClr val="00B0F0"/>
                </a:solidFill>
              </a:rPr>
              <a:t>[205]		END</a:t>
            </a:r>
          </a:p>
          <a:p>
            <a:r>
              <a:rPr lang="en-US" sz="1100" dirty="0">
                <a:solidFill>
                  <a:srgbClr val="00B0F0"/>
                </a:solidFill>
              </a:rPr>
              <a:t>[206]		r2: FALSE</a:t>
            </a:r>
          </a:p>
          <a:p>
            <a:r>
              <a:rPr lang="en-US" sz="1100" dirty="0">
                <a:solidFill>
                  <a:srgbClr val="00B0F0"/>
                </a:solidFill>
              </a:rPr>
              <a:t>[206]		END</a:t>
            </a:r>
          </a:p>
          <a:p>
            <a:r>
              <a:rPr lang="en-US" sz="1100" dirty="0">
                <a:solidFill>
                  <a:srgbClr val="00B050"/>
                </a:solidFill>
              </a:rPr>
              <a:t>[203]		END</a:t>
            </a:r>
          </a:p>
          <a:p>
            <a:r>
              <a:rPr lang="en-US" sz="1100" dirty="0">
                <a:solidFill>
                  <a:srgbClr val="00B0F0"/>
                </a:solidFill>
              </a:rPr>
              <a:t>[205]		END</a:t>
            </a:r>
            <a:endParaRPr lang="en-IL" sz="1100" dirty="0">
              <a:solidFill>
                <a:srgbClr val="00B0F0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5AF9A9-336C-5871-B126-3E09310B0E21}"/>
              </a:ext>
            </a:extLst>
          </p:cNvPr>
          <p:cNvGrpSpPr/>
          <p:nvPr/>
        </p:nvGrpSpPr>
        <p:grpSpPr>
          <a:xfrm>
            <a:off x="1463143" y="2641084"/>
            <a:ext cx="554960" cy="406400"/>
            <a:chOff x="2551445" y="184150"/>
            <a:chExt cx="554960" cy="406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DD98A27-7104-DE3F-B737-D8F9868EA5D5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701846B-871F-0E3A-8343-BE0C3F1F780D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204</a:t>
              </a:r>
              <a:endParaRPr lang="en-IL" dirty="0"/>
            </a:p>
          </p:txBody>
        </p: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D96AF4-FAC5-42DE-6528-ACBC567142FB}"/>
              </a:ext>
            </a:extLst>
          </p:cNvPr>
          <p:cNvCxnSpPr>
            <a:stCxn id="4" idx="4"/>
            <a:endCxn id="8" idx="0"/>
          </p:cNvCxnSpPr>
          <p:nvPr/>
        </p:nvCxnSpPr>
        <p:spPr>
          <a:xfrm flipH="1">
            <a:off x="2443553" y="654050"/>
            <a:ext cx="1299772" cy="342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13BE66-C6D3-926C-7C61-2CA5E9B2F2A4}"/>
              </a:ext>
            </a:extLst>
          </p:cNvPr>
          <p:cNvCxnSpPr>
            <a:cxnSpLocks/>
            <a:stCxn id="4" idx="4"/>
            <a:endCxn id="12" idx="0"/>
          </p:cNvCxnSpPr>
          <p:nvPr/>
        </p:nvCxnSpPr>
        <p:spPr>
          <a:xfrm flipH="1">
            <a:off x="3737833" y="654050"/>
            <a:ext cx="5492" cy="481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5842728-37E9-FD12-5060-B79F3F9FB973}"/>
              </a:ext>
            </a:extLst>
          </p:cNvPr>
          <p:cNvCxnSpPr>
            <a:cxnSpLocks/>
            <a:stCxn id="8" idx="4"/>
            <a:endCxn id="15" idx="0"/>
          </p:cNvCxnSpPr>
          <p:nvPr/>
        </p:nvCxnSpPr>
        <p:spPr>
          <a:xfrm flipH="1">
            <a:off x="1953348" y="1402834"/>
            <a:ext cx="490205" cy="494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465803D-C2EA-3163-4D8A-C5E5105A947E}"/>
              </a:ext>
            </a:extLst>
          </p:cNvPr>
          <p:cNvCxnSpPr>
            <a:cxnSpLocks/>
            <a:stCxn id="14" idx="4"/>
            <a:endCxn id="22" idx="0"/>
          </p:cNvCxnSpPr>
          <p:nvPr/>
        </p:nvCxnSpPr>
        <p:spPr>
          <a:xfrm flipH="1">
            <a:off x="1740623" y="2285484"/>
            <a:ext cx="212725" cy="374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C6D4C77-7811-E03D-0361-3DF03C56AAF2}"/>
              </a:ext>
            </a:extLst>
          </p:cNvPr>
          <p:cNvSpPr/>
          <p:nvPr/>
        </p:nvSpPr>
        <p:spPr>
          <a:xfrm>
            <a:off x="2887995" y="278626"/>
            <a:ext cx="55496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תהליך ראשי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0CE9080-2B65-ED46-75C2-9D74B9686F63}"/>
              </a:ext>
            </a:extLst>
          </p:cNvPr>
          <p:cNvSpPr/>
          <p:nvPr/>
        </p:nvSpPr>
        <p:spPr>
          <a:xfrm>
            <a:off x="1355138" y="1037451"/>
            <a:ext cx="82550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בן ראשון בהכרח 201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89A460A-29FB-0F78-DF7C-CDFAE8EF5D89}"/>
              </a:ext>
            </a:extLst>
          </p:cNvPr>
          <p:cNvSpPr/>
          <p:nvPr/>
        </p:nvSpPr>
        <p:spPr>
          <a:xfrm>
            <a:off x="4007811" y="1157580"/>
            <a:ext cx="825500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בן שני 202 עד 204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B7A1FA1-CB24-C598-573D-4D324B85A446}"/>
              </a:ext>
            </a:extLst>
          </p:cNvPr>
          <p:cNvSpPr/>
          <p:nvPr/>
        </p:nvSpPr>
        <p:spPr>
          <a:xfrm>
            <a:off x="817991" y="1978967"/>
            <a:ext cx="825500" cy="20663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202 עד 207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48E34DD-F915-7606-0E31-9CC4E9713766}"/>
              </a:ext>
            </a:extLst>
          </p:cNvPr>
          <p:cNvSpPr/>
          <p:nvPr/>
        </p:nvSpPr>
        <p:spPr>
          <a:xfrm>
            <a:off x="400773" y="2691025"/>
            <a:ext cx="1062370" cy="306517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203 עד 208</a:t>
            </a:r>
          </a:p>
          <a:p>
            <a:pPr algn="ctr"/>
            <a:r>
              <a:rPr lang="he-IL" sz="1000" dirty="0">
                <a:solidFill>
                  <a:srgbClr val="00B050"/>
                </a:solidFill>
              </a:rPr>
              <a:t>גדול מהאב שלו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2DFB4C6-E62E-A024-893F-01451F3A37D8}"/>
              </a:ext>
            </a:extLst>
          </p:cNvPr>
          <p:cNvSpPr/>
          <p:nvPr/>
        </p:nvSpPr>
        <p:spPr>
          <a:xfrm>
            <a:off x="3944411" y="3889470"/>
            <a:ext cx="2035109" cy="31130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הדפסות של </a:t>
            </a:r>
            <a:r>
              <a:rPr lang="he-IL" sz="1000" b="1" dirty="0">
                <a:solidFill>
                  <a:srgbClr val="00B050"/>
                </a:solidFill>
              </a:rPr>
              <a:t>אותו תהליך </a:t>
            </a:r>
            <a:r>
              <a:rPr lang="he-IL" sz="1000" dirty="0">
                <a:solidFill>
                  <a:srgbClr val="00B050"/>
                </a:solidFill>
              </a:rPr>
              <a:t>חייבות להופיע בדיוק לפי הסדר המתואר פה</a:t>
            </a:r>
            <a:endParaRPr lang="en-IL" sz="1000" dirty="0">
              <a:solidFill>
                <a:srgbClr val="00B05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C3FFB69-6297-8BAF-B0E4-240EDFA181E3}"/>
              </a:ext>
            </a:extLst>
          </p:cNvPr>
          <p:cNvGrpSpPr/>
          <p:nvPr/>
        </p:nvGrpSpPr>
        <p:grpSpPr>
          <a:xfrm>
            <a:off x="5613996" y="1087988"/>
            <a:ext cx="554960" cy="406400"/>
            <a:chOff x="2551445" y="184150"/>
            <a:chExt cx="554960" cy="40640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6757506-645A-2265-FAAE-93FD2F1E12EA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C613D76-DD28-4448-342E-BDFA1DC12609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205</a:t>
              </a:r>
              <a:endParaRPr lang="en-IL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C632409-439B-84C2-5600-80DE0151DA79}"/>
              </a:ext>
            </a:extLst>
          </p:cNvPr>
          <p:cNvGrpSpPr/>
          <p:nvPr/>
        </p:nvGrpSpPr>
        <p:grpSpPr>
          <a:xfrm>
            <a:off x="5729960" y="1975609"/>
            <a:ext cx="554960" cy="406400"/>
            <a:chOff x="2551445" y="184150"/>
            <a:chExt cx="554960" cy="4064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D34019A-5466-E317-B65C-28EB575315A6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677258-A3FB-1B29-5BFA-9284CA0EB824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206</a:t>
              </a:r>
              <a:endParaRPr lang="en-IL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88C5674-554F-9B10-042F-451C5271EFCA}"/>
              </a:ext>
            </a:extLst>
          </p:cNvPr>
          <p:cNvGrpSpPr/>
          <p:nvPr/>
        </p:nvGrpSpPr>
        <p:grpSpPr>
          <a:xfrm>
            <a:off x="3438305" y="2074198"/>
            <a:ext cx="554960" cy="406400"/>
            <a:chOff x="2551445" y="184150"/>
            <a:chExt cx="554960" cy="4064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A20960B-7966-4785-C18A-C4CE95CAA722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60EC06-062F-4D08-427A-BA735A1B9E75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207</a:t>
              </a:r>
              <a:endParaRPr lang="en-IL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6CFE97-BC0B-FCEB-0C6C-8A43C69B3724}"/>
              </a:ext>
            </a:extLst>
          </p:cNvPr>
          <p:cNvGrpSpPr/>
          <p:nvPr/>
        </p:nvGrpSpPr>
        <p:grpSpPr>
          <a:xfrm>
            <a:off x="3426856" y="2818517"/>
            <a:ext cx="554960" cy="406400"/>
            <a:chOff x="2551445" y="184150"/>
            <a:chExt cx="554960" cy="4064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892E391-9066-42EF-3B00-49DAA58595FA}"/>
                </a:ext>
              </a:extLst>
            </p:cNvPr>
            <p:cNvSpPr/>
            <p:nvPr/>
          </p:nvSpPr>
          <p:spPr>
            <a:xfrm>
              <a:off x="2616200" y="184150"/>
              <a:ext cx="425450" cy="4064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L" sz="5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77F5FC6A-5747-4ECF-B8A0-445419597498}"/>
                </a:ext>
              </a:extLst>
            </p:cNvPr>
            <p:cNvSpPr txBox="1"/>
            <p:nvPr/>
          </p:nvSpPr>
          <p:spPr>
            <a:xfrm>
              <a:off x="2551445" y="202684"/>
              <a:ext cx="5549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208</a:t>
              </a:r>
              <a:endParaRPr lang="en-IL" dirty="0"/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A0A841-177C-9A18-B980-C7D9D87E3C2F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3743325" y="635516"/>
            <a:ext cx="2148151" cy="471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EF194A-1690-C073-BF74-6401667321B1}"/>
              </a:ext>
            </a:extLst>
          </p:cNvPr>
          <p:cNvCxnSpPr>
            <a:cxnSpLocks/>
            <a:stCxn id="3" idx="4"/>
            <a:endCxn id="19" idx="0"/>
          </p:cNvCxnSpPr>
          <p:nvPr/>
        </p:nvCxnSpPr>
        <p:spPr>
          <a:xfrm>
            <a:off x="5891476" y="1494388"/>
            <a:ext cx="115964" cy="481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3D7D5FD-D98F-3F07-4648-9836FDAD6425}"/>
              </a:ext>
            </a:extLst>
          </p:cNvPr>
          <p:cNvCxnSpPr>
            <a:cxnSpLocks/>
            <a:stCxn id="11" idx="4"/>
            <a:endCxn id="29" idx="0"/>
          </p:cNvCxnSpPr>
          <p:nvPr/>
        </p:nvCxnSpPr>
        <p:spPr>
          <a:xfrm flipH="1">
            <a:off x="3715785" y="1523164"/>
            <a:ext cx="22048" cy="569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8675771-C63B-54DE-045E-6DE8F31B80E7}"/>
              </a:ext>
            </a:extLst>
          </p:cNvPr>
          <p:cNvCxnSpPr>
            <a:cxnSpLocks/>
            <a:stCxn id="27" idx="4"/>
            <a:endCxn id="32" idx="0"/>
          </p:cNvCxnSpPr>
          <p:nvPr/>
        </p:nvCxnSpPr>
        <p:spPr>
          <a:xfrm flipH="1">
            <a:off x="3704336" y="2480598"/>
            <a:ext cx="11449" cy="337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832E4DF-3FC6-017E-3189-C579C883ED93}"/>
              </a:ext>
            </a:extLst>
          </p:cNvPr>
          <p:cNvSpPr/>
          <p:nvPr/>
        </p:nvSpPr>
        <p:spPr>
          <a:xfrm>
            <a:off x="6220164" y="1116764"/>
            <a:ext cx="891835" cy="32436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000" dirty="0">
                <a:solidFill>
                  <a:srgbClr val="00B050"/>
                </a:solidFill>
              </a:rPr>
              <a:t>בן שלישי 204 עד 207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EED14C1-698C-6020-C188-69D84E8998AD}"/>
              </a:ext>
            </a:extLst>
          </p:cNvPr>
          <p:cNvSpPr/>
          <p:nvPr/>
        </p:nvSpPr>
        <p:spPr>
          <a:xfrm>
            <a:off x="3993265" y="2116657"/>
            <a:ext cx="980150" cy="31130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203 עד 207</a:t>
            </a:r>
          </a:p>
          <a:p>
            <a:pPr algn="ctr" rtl="1"/>
            <a:r>
              <a:rPr lang="he-IL" sz="1000" dirty="0">
                <a:solidFill>
                  <a:srgbClr val="00B050"/>
                </a:solidFill>
              </a:rPr>
              <a:t>גדול מהאב שלו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FF60227-2FC8-6DD6-1CC5-0784E702BBC6}"/>
              </a:ext>
            </a:extLst>
          </p:cNvPr>
          <p:cNvSpPr/>
          <p:nvPr/>
        </p:nvSpPr>
        <p:spPr>
          <a:xfrm>
            <a:off x="3981816" y="2869532"/>
            <a:ext cx="980150" cy="31130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204 </a:t>
            </a:r>
            <a:r>
              <a:rPr lang="he-IL" sz="1000">
                <a:solidFill>
                  <a:srgbClr val="00B050"/>
                </a:solidFill>
              </a:rPr>
              <a:t>עד 208</a:t>
            </a:r>
            <a:endParaRPr lang="he-IL" sz="1000" dirty="0">
              <a:solidFill>
                <a:srgbClr val="00B050"/>
              </a:solidFill>
            </a:endParaRPr>
          </a:p>
          <a:p>
            <a:pPr algn="ctr" rtl="1"/>
            <a:r>
              <a:rPr lang="he-IL" sz="1000" dirty="0">
                <a:solidFill>
                  <a:srgbClr val="00B050"/>
                </a:solidFill>
              </a:rPr>
              <a:t>גדול מהאב שלו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F961F89-6715-7FE2-A8BA-55AF71CA5C1D}"/>
              </a:ext>
            </a:extLst>
          </p:cNvPr>
          <p:cNvSpPr/>
          <p:nvPr/>
        </p:nvSpPr>
        <p:spPr>
          <a:xfrm>
            <a:off x="6349675" y="2023158"/>
            <a:ext cx="980150" cy="31130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205 עד 208</a:t>
            </a:r>
          </a:p>
          <a:p>
            <a:pPr algn="ctr" rtl="1"/>
            <a:r>
              <a:rPr lang="he-IL" sz="1000" dirty="0">
                <a:solidFill>
                  <a:srgbClr val="00B050"/>
                </a:solidFill>
              </a:rPr>
              <a:t>גדול מהאב שלו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8B5C235-3637-C61C-8BDD-117382A88066}"/>
              </a:ext>
            </a:extLst>
          </p:cNvPr>
          <p:cNvSpPr/>
          <p:nvPr/>
        </p:nvSpPr>
        <p:spPr>
          <a:xfrm>
            <a:off x="6007440" y="3000658"/>
            <a:ext cx="946150" cy="457716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900" dirty="0">
                <a:solidFill>
                  <a:srgbClr val="00B050"/>
                </a:solidFill>
              </a:rPr>
              <a:t>מזהה התהליך</a:t>
            </a:r>
          </a:p>
          <a:p>
            <a:pPr algn="ctr" rtl="1"/>
            <a:r>
              <a:rPr lang="he-IL" sz="900" dirty="0">
                <a:solidFill>
                  <a:srgbClr val="00B050"/>
                </a:solidFill>
              </a:rPr>
              <a:t>[</a:t>
            </a:r>
            <a:r>
              <a:rPr lang="en-US" sz="900" dirty="0">
                <a:solidFill>
                  <a:srgbClr val="00B050"/>
                </a:solidFill>
              </a:rPr>
              <a:t>X</a:t>
            </a:r>
            <a:r>
              <a:rPr lang="he-IL" sz="900" dirty="0">
                <a:solidFill>
                  <a:srgbClr val="00B050"/>
                </a:solidFill>
              </a:rPr>
              <a:t>] לא חלק מהפלט</a:t>
            </a:r>
            <a:endParaRPr lang="en-IL" sz="900" dirty="0">
              <a:solidFill>
                <a:srgbClr val="00B050"/>
              </a:solidFill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99A73C0E-06ED-F435-E45A-9C624430E30B}"/>
              </a:ext>
            </a:extLst>
          </p:cNvPr>
          <p:cNvSpPr/>
          <p:nvPr/>
        </p:nvSpPr>
        <p:spPr>
          <a:xfrm>
            <a:off x="3990416" y="6076620"/>
            <a:ext cx="1943100" cy="556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מעבר לתנאים אלו, כל סדר הדפסות אפשרי (כל עוד כל שורות הפלט מופיעות בדיוק פעם אחת)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E714C1B-01E8-20C2-7AF7-09C04E37C635}"/>
              </a:ext>
            </a:extLst>
          </p:cNvPr>
          <p:cNvSpPr txBox="1"/>
          <p:nvPr/>
        </p:nvSpPr>
        <p:spPr>
          <a:xfrm>
            <a:off x="7908509" y="27862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 b="1" dirty="0"/>
              <a:t>סעיף 2</a:t>
            </a:r>
            <a:endParaRPr lang="en-IL" b="1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16D5104-1FA1-C7A9-881A-3ECAE3FF67EC}"/>
              </a:ext>
            </a:extLst>
          </p:cNvPr>
          <p:cNvSpPr/>
          <p:nvPr/>
        </p:nvSpPr>
        <p:spPr>
          <a:xfrm>
            <a:off x="3944411" y="4343795"/>
            <a:ext cx="2035109" cy="31130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כל הדפסה </a:t>
            </a:r>
            <a:r>
              <a:rPr lang="he-IL" sz="1000" b="1" dirty="0">
                <a:solidFill>
                  <a:srgbClr val="00B050"/>
                </a:solidFill>
              </a:rPr>
              <a:t>מודגשת</a:t>
            </a:r>
            <a:r>
              <a:rPr lang="he-IL" sz="1000" dirty="0">
                <a:solidFill>
                  <a:srgbClr val="00B050"/>
                </a:solidFill>
              </a:rPr>
              <a:t> חייבת להופיע לפני שאר ההדפסות באותו צבע</a:t>
            </a:r>
            <a:endParaRPr lang="en-IL" sz="1000" dirty="0">
              <a:solidFill>
                <a:srgbClr val="00B050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AA577DE5-74C8-10DD-E141-A54C874DC2D9}"/>
              </a:ext>
            </a:extLst>
          </p:cNvPr>
          <p:cNvSpPr/>
          <p:nvPr/>
        </p:nvSpPr>
        <p:spPr>
          <a:xfrm>
            <a:off x="3866526" y="4776811"/>
            <a:ext cx="2228850" cy="528341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sz="1000" dirty="0">
                <a:solidFill>
                  <a:srgbClr val="00B050"/>
                </a:solidFill>
              </a:rPr>
              <a:t>ההדפסה עם </a:t>
            </a:r>
            <a:r>
              <a:rPr lang="he-IL" sz="1000" u="sng" dirty="0">
                <a:solidFill>
                  <a:srgbClr val="00B050"/>
                </a:solidFill>
              </a:rPr>
              <a:t>קו תחתון</a:t>
            </a:r>
            <a:r>
              <a:rPr lang="he-IL" sz="1000" dirty="0">
                <a:solidFill>
                  <a:srgbClr val="00B050"/>
                </a:solidFill>
              </a:rPr>
              <a:t> (של 200) חייבת להופיע </a:t>
            </a:r>
            <a:r>
              <a:rPr lang="he-IL" sz="1000" b="1" u="sng" dirty="0">
                <a:solidFill>
                  <a:srgbClr val="00B050"/>
                </a:solidFill>
              </a:rPr>
              <a:t>אחרי לפחות</a:t>
            </a:r>
            <a:r>
              <a:rPr lang="he-IL" sz="1000" u="sng" dirty="0">
                <a:solidFill>
                  <a:srgbClr val="00B050"/>
                </a:solidFill>
              </a:rPr>
              <a:t> </a:t>
            </a:r>
            <a:r>
              <a:rPr lang="he-IL" sz="1000" b="1" u="sng" dirty="0">
                <a:solidFill>
                  <a:srgbClr val="00B050"/>
                </a:solidFill>
              </a:rPr>
              <a:t>אחת</a:t>
            </a:r>
            <a:r>
              <a:rPr lang="he-IL" sz="1000" b="1" dirty="0">
                <a:solidFill>
                  <a:srgbClr val="00B050"/>
                </a:solidFill>
              </a:rPr>
              <a:t> </a:t>
            </a:r>
            <a:r>
              <a:rPr lang="he-IL" sz="1000" dirty="0">
                <a:solidFill>
                  <a:srgbClr val="00B050"/>
                </a:solidFill>
              </a:rPr>
              <a:t>מ-2 ההדפסות מעליה (של 201 או 202)</a:t>
            </a:r>
            <a:endParaRPr lang="en-IL" sz="1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91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383</Words>
  <Application>Microsoft Office PowerPoint</Application>
  <PresentationFormat>On-screen Show (4:3)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Moshe Sulamy</dc:creator>
  <cp:lastModifiedBy>Moshe Sulamy</cp:lastModifiedBy>
  <cp:revision>1</cp:revision>
  <dcterms:created xsi:type="dcterms:W3CDTF">2025-04-26T07:31:28Z</dcterms:created>
  <dcterms:modified xsi:type="dcterms:W3CDTF">2025-11-13T14:39:27Z</dcterms:modified>
</cp:coreProperties>
</file>